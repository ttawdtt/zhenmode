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谱方法海洋动力学求解器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FD0"/>
                </a:solidFill>
                <a:latin typeface="Microsoft YaHei"/>
              </a:defRPr>
            </a:pPr>
            <a:r>
              <a:t>Spectral Ocean Model Solver  |  JAX + Strang Splitting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41148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三维静力原始方程海洋模型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谱方法 + Strang 分裂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JAX 实现，自动微分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自由表面 + 斜压耦合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200400" cy="41148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5603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JAX 0.11 (CPU, x64)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Python 3.14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谱方法求解斜压模态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Smagorinsky 混合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UNESCO 状态方程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200400" cy="41148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代码规模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56032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核心求解器 ~780 行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测试代码 ~1500 行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脚本 ~750 行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6 次提交，完整 git 记录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架构与物理过程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Strang 分裂时间推进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594360"/>
          </a:xfrm>
          <a:prstGeom prst="roundRect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斜压步 (显式)</a:t>
            </a:r>
            <a:br/>
            <a:r>
              <a:t>Tracer + 3D u,v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59436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正压步 (谱方法)</a:t>
            </a:r>
            <a:br/>
            <a:r>
              <a:t>Free Surface + eta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2011680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物理参数化</a:t>
            </a:r>
            <a:br/>
            <a:r>
              <a:t>Smagorinsky + 摩擦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61488" y="1508760"/>
            <a:ext cx="146304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4956048" y="1508760"/>
            <a:ext cx="146304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关键方程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动量方程: du/dt = -1/rho * grad(p) + f*k x u + F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连续性方程: dT/dt = -u . grad(T) + K * nabla^2 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自由表面: d(eta)/dt = -div(H * u_bar)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状态方程: rho = UNESCO(T, S, p)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底摩擦: tau_b = Cd * |u| *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已实现物理过程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029200" cy="411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990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Microsoft YaHei"/>
              </a:defRPr>
            </a:pPr>
            <a:r>
              <a:t>自由表面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3990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线性浅水方程，谱空间精确求解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47088"/>
            <a:ext cx="5029200" cy="411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Microsoft YaHei"/>
              </a:defRPr>
            </a:pPr>
            <a:r>
              <a:t>斜压耦合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温度/盐度对流 + 压力梯度力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322576"/>
            <a:ext cx="5029200" cy="411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3500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Microsoft YaHei"/>
              </a:defRPr>
            </a:pPr>
            <a:r>
              <a:t>Smagorinsky 混合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500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亚网格尺度湍流参数化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98064"/>
            <a:ext cx="5029200" cy="411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8254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Microsoft YaHei"/>
              </a:defRPr>
            </a:pPr>
            <a:r>
              <a:t>UNESCO EOS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254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非线性状态方程，密度计算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273552"/>
            <a:ext cx="5029200" cy="411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3009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Microsoft YaHei"/>
              </a:defRPr>
            </a:pPr>
            <a:r>
              <a:t>底摩擦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009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二次底摩擦，Cd = 2.5e-3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749040"/>
            <a:ext cx="5029200" cy="411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776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Microsoft YaHei"/>
              </a:defRPr>
            </a:pPr>
            <a:r>
              <a:t>风强迫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764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2D 风应力场驱动表面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稳定性问题与诊断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51560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问题: 模型在 ~50 步后出现 NaN (数值不稳定)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诊断过程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1. 排除 Strang 分裂共振 (barotropic wind 已修复)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2. 定位到斜压 PGF + tracer 耦合回路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3. Forward Euler 在该回路中不稳定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4. 半隐式 tracer-first 方案尝试失败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(tracer 平流仍显式依赖 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029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根因: 斜压 PGF-Tracer 耦合的显式时间推进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rho(T) -&gt; PGF -&gt; u -&gt; T^new -&gt; rho^new 形成正反馈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显式方案无法抑制该反馈回路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需要隐式或半隐式处理耦合项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下一步修复方向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502920"/>
          </a:xfrm>
          <a:prstGeom prst="roundRect">
            <a:avLst/>
          </a:prstGeom>
          <a:solidFill>
            <a:srgbClr val="22C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RK2 / Predictor-Corrector</a:t>
            </a:r>
            <a:br/>
            <a:r>
              <a:t>中等复杂度，最可能有效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50292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完全隐式斜压 PGF</a:t>
            </a:r>
            <a:br/>
            <a:r>
              <a:t>高复杂度，最严格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00400"/>
            <a:ext cx="5029200" cy="502920"/>
          </a:xfrm>
          <a:prstGeom prst="roundRect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垂直模态分解</a:t>
            </a:r>
            <a:br/>
            <a:r>
              <a:t>高复杂度，物理上最优雅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总结与现状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00400" cy="411480"/>
          </a:xfrm>
          <a:prstGeom prst="roundRect">
            <a:avLst/>
          </a:prstGeom>
          <a:solidFill>
            <a:srgbClr val="22C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完整谱方法求解器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自由表面 + 斜压耦合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6 种物理过程参数化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Strang 分裂时间推进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完整测试套件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20040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进行中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916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斜压 PGF 稳定性修复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RK2 预测-校正方案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(代码已就绪，待实现)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修复后可进行长期积分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188720"/>
            <a:ext cx="3200400" cy="411480"/>
          </a:xfrm>
          <a:prstGeom prst="roundRect">
            <a:avLst/>
          </a:prstGeom>
          <a:solidFill>
            <a:srgbClr val="00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6916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实现 RK2 时间推进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通过稳定性测试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1 天 / 30 天积分验证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Microsoft YaHei"/>
              </a:defRPr>
            </a:pPr>
            <a:r>
              <a:t>物理守恒量检验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515600" cy="54864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核心贡献: 基于 JAX 的谱方法海洋模型，完整物理参数化，开源可复现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